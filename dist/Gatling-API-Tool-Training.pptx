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Relationship Id="rId2" Type="http://schemas.openxmlformats.org/officeDocument/2006/relationships/image" Target="../media/img1.png"/>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Relationship Id="rId2" Type="http://schemas.openxmlformats.org/officeDocument/2006/relationships/image" Target="../media/img2.png"/>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Relationship Id="rId2" Type="http://schemas.openxmlformats.org/officeDocument/2006/relationships/image" Target="../media/img3.png"/>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Relationship Id="rId2" Type="http://schemas.openxmlformats.org/officeDocument/2006/relationships/image" Target="../media/img4.png"/>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Gatling API Tool Training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6200000" cy="5200000"/>
          </a:xfrm>
        </p:spPr>
        <p:txBody>
          <a:bodyPr/>
          <a:lstStyle/>
          <a:p>
            <a:r>
              <a:rPr lang="en-US" sz="3400" b="1"/>
              <a:t>Gatling API Tool Training</a:t>
            </a:r>
            <a:endParaRPr lang="en-US"/>
          </a:p>
          <a:p>
            <a:r>
              <a:rPr lang="en-US" sz="2000"/>
              <a:t>â€¢ Installation to expert scenario setup</a:t>
            </a:r>
            <a:endParaRPr lang="en-US"/>
          </a:p>
          <a:p>
            <a:r>
              <a:rPr lang="en-US" sz="2000"/>
              <a:t>â€¢ Covers preview + real Gatling execution</a:t>
            </a:r>
            <a:endParaRPr lang="en-US"/>
          </a:p>
          <a:p>
            <a:r>
              <a:rPr lang="en-US" sz="2000"/>
              <a:t>â€¢ Includes troubleshooting and release flow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0" y="1200000"/>
            <a:ext cx="48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Installation and First Start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6200000" cy="5200000"/>
          </a:xfrm>
        </p:spPr>
        <p:txBody>
          <a:bodyPr/>
          <a:lstStyle/>
          <a:p>
            <a:r>
              <a:rPr lang="en-US" sz="3400" b="1"/>
              <a:t>Installation and First Start</a:t>
            </a:r>
            <a:endParaRPr lang="en-US"/>
          </a:p>
          <a:p>
            <a:r>
              <a:rPr lang="en-US" sz="2000"/>
              <a:t>â€¢ Unzip project anywhere on disk</a:t>
            </a:r>
            <a:endParaRPr lang="en-US"/>
          </a:p>
          <a:p>
            <a:r>
              <a:rPr lang="en-US" sz="2000"/>
              <a:t>â€¢ Run check-prerequisites.bat</a:t>
            </a:r>
            <a:endParaRPr lang="en-US"/>
          </a:p>
          <a:p>
            <a:r>
              <a:rPr lang="en-US" sz="2000"/>
              <a:t>â€¢ Start with start-ui-workspace.bat</a:t>
            </a:r>
            <a:endParaRPr lang="en-US"/>
          </a:p>
          <a:p>
            <a:r>
              <a:rPr lang="en-US" sz="2000"/>
              <a:t>â€¢ Verify runner API is http://127.0.0.1:8787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0" y="1200000"/>
            <a:ext cx="48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Workflow Overview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6200000" cy="5200000"/>
          </a:xfrm>
        </p:spPr>
        <p:txBody>
          <a:bodyPr/>
          <a:lstStyle/>
          <a:p>
            <a:r>
              <a:rPr lang="en-US" sz="3400" b="1"/>
              <a:t>Workflow Overview</a:t>
            </a:r>
            <a:endParaRPr lang="en-US"/>
          </a:p>
          <a:p>
            <a:r>
              <a:rPr lang="en-US" sz="2000"/>
              <a:t>â€¢ 1. Apps &amp; Service: base URL, auth, assertions</a:t>
            </a:r>
            <a:endParaRPr lang="en-US"/>
          </a:p>
          <a:p>
            <a:r>
              <a:rPr lang="en-US" sz="2000"/>
              <a:t>â€¢ 2. Load &amp; Scenarios: scenario steps + injection profiles</a:t>
            </a:r>
            <a:endParaRPr lang="en-US"/>
          </a:p>
          <a:p>
            <a:r>
              <a:rPr lang="en-US" sz="2000"/>
              <a:t>â€¢ 3. Run Setup: generate YAML/Scala, run real load</a:t>
            </a:r>
            <a:endParaRPr lang="en-US"/>
          </a:p>
          <a:p>
            <a:r>
              <a:rPr lang="en-US" sz="2000"/>
              <a:t>â€¢ 4. Reports: KPIs, failures, embedded report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Advanced Scenario Features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6200000" cy="5200000"/>
          </a:xfrm>
        </p:spPr>
        <p:txBody>
          <a:bodyPr/>
          <a:lstStyle/>
          <a:p>
            <a:r>
              <a:rPr lang="en-US" sz="3400" b="1"/>
              <a:t>Advanced Scenario Features</a:t>
            </a:r>
            <a:endParaRPr lang="en-US"/>
          </a:p>
          <a:p>
            <a:r>
              <a:rPr lang="en-US" sz="2000"/>
              <a:t>â€¢ Headers, query params, form params, body/bodyFile</a:t>
            </a:r>
            <a:endParaRPr lang="en-US"/>
          </a:p>
          <a:p>
            <a:r>
              <a:rPr lang="en-US" sz="2000"/>
              <a:t>â€¢ Checks: bodyContains, jsonPathExists, jsonPathEquals</a:t>
            </a:r>
            <a:endParaRPr lang="en-US"/>
          </a:p>
          <a:p>
            <a:r>
              <a:rPr lang="en-US" sz="2000"/>
              <a:t>â€¢ Captures with saveAs and reuse via #{var}</a:t>
            </a:r>
            <a:endParaRPr lang="en-US"/>
          </a:p>
          <a:p>
            <a:r>
              <a:rPr lang="en-US" sz="2000"/>
              <a:t>â€¢ Multipart upload and request behavior flags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0" y="1200000"/>
            <a:ext cx="48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Expert / Raw Mode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6200000" cy="5200000"/>
          </a:xfrm>
        </p:spPr>
        <p:txBody>
          <a:bodyPr/>
          <a:lstStyle/>
          <a:p>
            <a:r>
              <a:rPr lang="en-US" sz="3400" b="1"/>
              <a:t>Expert / Raw Mode</a:t>
            </a:r>
            <a:endParaRPr lang="en-US"/>
          </a:p>
          <a:p>
            <a:r>
              <a:rPr lang="en-US" sz="2000"/>
              <a:t>â€¢ Switch to Expert / Raw mode in UI</a:t>
            </a:r>
            <a:endParaRPr lang="en-US"/>
          </a:p>
          <a:p>
            <a:r>
              <a:rPr lang="en-US" sz="2000"/>
              <a:t>â€¢ Sync Generated YAML Into Editor</a:t>
            </a:r>
            <a:endParaRPr lang="en-US"/>
          </a:p>
          <a:p>
            <a:r>
              <a:rPr lang="en-US" sz="2000"/>
              <a:t>â€¢ Turn Use Raw YAML On only for targeted overrides</a:t>
            </a:r>
            <a:endParaRPr lang="en-US"/>
          </a:p>
          <a:p>
            <a:r>
              <a:rPr lang="en-US" sz="2000"/>
              <a:t>â€¢ Real runs + YAML download use raw content when enabled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0" y="1200000"/>
            <a:ext cx="48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Real Gatling Run and Diagnostics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6200000" cy="5200000"/>
          </a:xfrm>
        </p:spPr>
        <p:txBody>
          <a:bodyPr/>
          <a:lstStyle/>
          <a:p>
            <a:r>
              <a:rPr lang="en-US" sz="3400" b="1"/>
              <a:t>Real Gatling Run and Diagnostics</a:t>
            </a:r>
            <a:endParaRPr lang="en-US"/>
          </a:p>
          <a:p>
            <a:r>
              <a:rPr lang="en-US" sz="2000"/>
              <a:t>â€¢ Use Check Runner before Run Real Load</a:t>
            </a:r>
            <a:endParaRPr lang="en-US"/>
          </a:p>
          <a:p>
            <a:r>
              <a:rPr lang="en-US" sz="2000"/>
              <a:t>â€¢ Monitor status tiles and live diagnostics</a:t>
            </a:r>
            <a:endParaRPr lang="en-US"/>
          </a:p>
          <a:p>
            <a:r>
              <a:rPr lang="en-US" sz="2000"/>
              <a:t>â€¢ Use report iframe and failure tables for root cause</a:t>
            </a:r>
            <a:endParaRPr lang="en-US"/>
          </a:p>
          <a:p>
            <a:r>
              <a:rPr lang="en-US" sz="2000"/>
              <a:t>â€¢ Use saved suites for repeatable regression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Portable Packaging and Release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6200000" cy="5200000"/>
          </a:xfrm>
        </p:spPr>
        <p:txBody>
          <a:bodyPr/>
          <a:lstStyle/>
          <a:p>
            <a:r>
              <a:rPr lang="en-US" sz="3400" b="1"/>
              <a:t>Portable Packaging and Release</a:t>
            </a:r>
            <a:endParaRPr lang="en-US"/>
          </a:p>
          <a:p>
            <a:r>
              <a:rPr lang="en-US" sz="2000"/>
              <a:t>â€¢ create-portable-bundle.bat creates timestamped zip</a:t>
            </a:r>
            <a:endParaRPr lang="en-US"/>
          </a:p>
          <a:p>
            <a:r>
              <a:rPr lang="en-US" sz="2000"/>
              <a:t>â€¢ build-release.bat runs checks + package + checksum</a:t>
            </a:r>
            <a:endParaRPr lang="en-US"/>
          </a:p>
          <a:p>
            <a:r>
              <a:rPr lang="en-US" sz="2000"/>
              <a:t>â€¢ dist/latest-bundle.txt stores latest artifact path</a:t>
            </a:r>
            <a:endParaRPr lang="en-US"/>
          </a:p>
          <a:p>
            <a:r>
              <a:rPr lang="en-US" sz="2000"/>
              <a:t>â€¢ dist/latest-bundle.sha256 stores integrity hash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Demo Plan (Recommended)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6200000" cy="5200000"/>
          </a:xfrm>
        </p:spPr>
        <p:txBody>
          <a:bodyPr/>
          <a:lstStyle/>
          <a:p>
            <a:r>
              <a:rPr lang="en-US" sz="3400" b="1"/>
              <a:t>Demo Plan (Recommended)</a:t>
            </a:r>
            <a:endParaRPr lang="en-US"/>
          </a:p>
          <a:p>
            <a:r>
              <a:rPr lang="en-US" sz="2000"/>
              <a:t>â€¢ Create app + QA environment</a:t>
            </a:r>
            <a:endParaRPr lang="en-US"/>
          </a:p>
          <a:p>
            <a:r>
              <a:rPr lang="en-US" sz="2000"/>
              <a:t>â€¢ Add feeder, checks, captures, injection profile</a:t>
            </a:r>
            <a:endParaRPr lang="en-US"/>
          </a:p>
          <a:p>
            <a:r>
              <a:rPr lang="en-US" sz="2000"/>
              <a:t>â€¢ Run preview, then run real Gatling</a:t>
            </a:r>
            <a:endParaRPr lang="en-US"/>
          </a:p>
          <a:p>
            <a:r>
              <a:rPr lang="en-US" sz="2000"/>
              <a:t>â€¢ Review p95/p99 and save suite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Theme">
  <a:themeElements>
    <a:clrScheme name="Simple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EA5E9"/>
      </a:accent6>
      <a:hlink>
        <a:srgbClr val="2563EB"/>
      </a:hlink>
      <a:folHlink>
        <a:srgbClr val="7C3AED"/>
      </a:folHlink>
    </a:clrScheme>
    <a:fontScheme name="Simple">
      <a:majorFont>
        <a:latin typeface="Calibri"/>
      </a:majorFont>
      <a:minorFont>
        <a:latin typeface="Calibri"/>
      </a:minorFont>
    </a:fontScheme>
    <a:fmtScheme name="Simple">
      <a:fillStyleLst/>
      <a:lnStyleLst/>
      <a:effectStyleLst/>
      <a:bgFillStyleLst/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/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Gatling API Tool Training</dc:title>
  <dc:creator>Codex</dc:creator>
  <cp:lastModifiedBy>Codex</cp:lastModifiedBy>
  <dcterms:created xsi:type="dcterms:W3CDTF">2026-03-08T00:00:00Z</dcterms:created>
  <dcterms:modified xsi:type="dcterms:W3CDTF">2026-03-08T00:00:00Z</dcterms:modified>
</cp:coreProperties>
</file>